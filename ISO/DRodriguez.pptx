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A7833-B433-44DD-A144-A99E2F72D6E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26D59-9FAC-45F2-A241-568818F3C5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637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esta imagen se muestran las características de la máquina virtual creada : Hardware tipo UEFI , procesador de 4 núcleos , 4 GB de memoria RAM , un primer disco duro de 50 GB , un segundo disco de 25 GB y una tarjeta de red Ethernet configurada en modo NAT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03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Administrador de discos de Windows: Se observa la instalación de Windows 11 ocupando exactamente 30 GB del primer disco de 50 GB. Como se solicitaba, los 20 GB restantes del primer disco y la totalidad del segundo disco de 25 GB permanecen vacíos y sin asignar.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73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Estado de la red en Windows: Captura de la ejecución del comando IPCONFIG/ALL. En ella se comprueba que la máquina tiene conectividad y que se ha desactivado correctamente la pila de protocolos IPv6, dejando únicamente activa la pila IPv4.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1847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Identificación del sistema Linux: En esta captura se verifica que el nombre asignado al sistema Ubuntu Desktop es UBD-</a:t>
            </a:r>
            <a:r>
              <a:rPr lang="es-ES" dirty="0" err="1"/>
              <a:t>DRodriguez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7607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Distribución de discos en Ubuntu: Mediante el administrador de discos se muestra cómo se ha particionado el espacio restante. El sistema base (la raíz /) se ha instalado en los 20 GB libres del primer disco, mientras que el directorio /home se ha creado en los primeros 10 GB del segundo disco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9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Conectividad en Ubuntu: Se muestra el estado actual de la configuración de red del sistema y se comprueba mediante el navegador que existe conexión a Internet y se puede navegar correctamente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3868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Actualización del sistema Ubuntu: Capturas de la ejecución en la línea de comandos de las instrucciones necesarias para actualizar los repositorios y los paquetes del sistema operativo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201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Reconstrucción del entorno de arranque de Windows. Se ha configurado el sistema para que inicie Windows directamente sin pasar por GRUB:</a:t>
            </a:r>
          </a:p>
          <a:p>
            <a:r>
              <a:rPr lang="es-ES" b="1" dirty="0" err="1"/>
              <a:t>diskpart</a:t>
            </a:r>
            <a:r>
              <a:rPr lang="es-ES" dirty="0"/>
              <a:t>: Abre el administrador de particiones y discos en línea de comandos.</a:t>
            </a:r>
          </a:p>
          <a:p>
            <a:r>
              <a:rPr lang="es-ES" b="1" dirty="0" err="1"/>
              <a:t>list</a:t>
            </a:r>
            <a:r>
              <a:rPr lang="es-ES" b="1" dirty="0"/>
              <a:t> </a:t>
            </a:r>
            <a:r>
              <a:rPr lang="es-ES" b="1" dirty="0" err="1"/>
              <a:t>volume</a:t>
            </a:r>
            <a:r>
              <a:rPr lang="es-ES" dirty="0"/>
              <a:t>: Muestra todos los volúmenes para identificar la letra de la partición de Windows (C:) y localizar la partición de arranque EFI (que está en formato FAT32).</a:t>
            </a:r>
          </a:p>
          <a:p>
            <a:r>
              <a:rPr lang="es-ES" b="1" dirty="0" err="1"/>
              <a:t>select</a:t>
            </a:r>
            <a:r>
              <a:rPr lang="es-ES" b="1" dirty="0"/>
              <a:t> </a:t>
            </a:r>
            <a:r>
              <a:rPr lang="es-ES" b="1" dirty="0" err="1"/>
              <a:t>volume</a:t>
            </a:r>
            <a:r>
              <a:rPr lang="es-ES" b="1" dirty="0"/>
              <a:t> [Número]</a:t>
            </a:r>
            <a:r>
              <a:rPr lang="es-ES" dirty="0"/>
              <a:t>: Selecciona la partición EFI para poder realizar acciones sobre ella.</a:t>
            </a:r>
          </a:p>
          <a:p>
            <a:r>
              <a:rPr lang="es-ES" b="1" dirty="0" err="1"/>
              <a:t>assign</a:t>
            </a:r>
            <a:r>
              <a:rPr lang="es-ES" b="1" dirty="0"/>
              <a:t> </a:t>
            </a:r>
            <a:r>
              <a:rPr lang="es-ES" b="1" dirty="0" err="1"/>
              <a:t>letter</a:t>
            </a:r>
            <a:r>
              <a:rPr lang="es-ES" b="1" dirty="0"/>
              <a:t>=Z</a:t>
            </a:r>
            <a:r>
              <a:rPr lang="es-ES" dirty="0"/>
              <a:t>: Asigna temporalmente la letra Z: a la partición EFI, ya que normalmente está oculta, para permitirnos copiar los archivos de arranque en su interior.</a:t>
            </a:r>
          </a:p>
          <a:p>
            <a:r>
              <a:rPr lang="es-ES" b="1" dirty="0" err="1"/>
              <a:t>exit</a:t>
            </a:r>
            <a:r>
              <a:rPr lang="es-ES" dirty="0"/>
              <a:t>: Cierra la utilidad </a:t>
            </a:r>
            <a:r>
              <a:rPr lang="es-ES" dirty="0" err="1"/>
              <a:t>diskpart</a:t>
            </a:r>
            <a:r>
              <a:rPr lang="es-ES" dirty="0"/>
              <a:t> para volver a la consola principal (</a:t>
            </a:r>
            <a:r>
              <a:rPr lang="es-ES" dirty="0" err="1"/>
              <a:t>WinRE</a:t>
            </a:r>
            <a:r>
              <a:rPr lang="es-ES" dirty="0"/>
              <a:t>).</a:t>
            </a:r>
          </a:p>
          <a:p>
            <a:r>
              <a:rPr lang="es-ES" b="1" dirty="0" err="1"/>
              <a:t>bcdboot</a:t>
            </a:r>
            <a:r>
              <a:rPr lang="es-ES" b="1" dirty="0"/>
              <a:t> C:\Windows /s Z: /f UEFI</a:t>
            </a:r>
            <a:r>
              <a:rPr lang="es-ES" dirty="0"/>
              <a:t>: Es el comando de reparación. Copia los archivos del entorno de arranque desde la carpeta del sistema de Windows (C:\Windows) a la partición EFI (Z:). El parámetro /f UEFI fuerza a que se creen las entradas específicas para firmware UEFI. Esto reconstruye el Windows </a:t>
            </a:r>
            <a:r>
              <a:rPr lang="es-ES" dirty="0" err="1"/>
              <a:t>Boot</a:t>
            </a:r>
            <a:r>
              <a:rPr lang="es-ES" dirty="0"/>
              <a:t> Manager, dándole prioridad absoluta y omitiendo el GRUB de Ubuntu.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6D59-9FAC-45F2-A241-568818F3C57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224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D9532-C1F0-46CF-CEF4-E2216F2FC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C1E1D-D325-93F2-C384-9217640E8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9728A4-88B7-09DE-B37D-E9CB0124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FCF21-81BF-4AEE-05C0-8DF5147C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3278DC-6E06-CB5F-3E1B-BF8DDC17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104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06CBB-1D58-DA28-DB3B-90A807A1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176EBF-A20A-27DD-BEC2-8C54D2006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926AD-053A-13D6-FD11-0C376A38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FD303A-E63D-4056-2F79-364F896F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7EEA1-881C-6F7D-F9C6-153153ED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428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BAC4E-17D4-3661-6BA5-EFDE4D20E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2A6F8C-2883-909E-A9D1-26EA9898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B14EC-3600-2F04-2681-F17F7E93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3E51F-F297-B552-7E4C-0EF6A31F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1A7C4F-54C7-0BA0-268F-F3925FFE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248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1081E-8514-50EB-1038-FE64AEA4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C7199A-67F7-00F3-3D23-26B9E06E2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53C4FD-9238-50C4-0463-82DF6E754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FE1E2B-3FC0-0F65-1E8D-A4324AE1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84C3CD-70CC-948D-B814-AA1617F8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6B3D20-A11E-C535-B475-FC4423B9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89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9BF62-85C9-43AB-D74B-3E85D122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9C2DC5-37DF-E686-A2EE-3A3BCFC9D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4AE669-073D-B670-E82A-6DC0BF93E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824113-880D-5FAF-8239-DCA1711AC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1309BC-18A1-1EBF-B8AA-DCEEDEE2B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92DC0D-0C60-4C53-4D28-DE4672BA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595908-7130-E21D-1DF4-40D70592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37D83B-CE1D-3F21-1D40-1B7DD20B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42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131A-B8E8-7AE4-28EA-6F45AA63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0BC143-A8B6-8D47-C505-5B4575B2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CA8DD5-2000-8255-EA4E-F70C2E8A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0EBAE6-4900-4212-85A0-02E43767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00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686709-C9B4-89A7-F47F-66CB7854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32210D-7618-6E7C-89DA-DCC0542B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F5643E-0C4C-9AB3-7F2B-0FCD6C93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469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2E2EF-2484-844C-2BD8-55D52B2F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9070E-A831-218A-EE5F-0768BE3F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8564D7-E49C-F023-F18E-789118F2C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8B2634-8D15-156A-8C1B-731F5124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68545E-FA0B-F21D-D89C-320180F1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56D833-2CD7-97D0-D49C-2FF4373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80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9F106-9857-EB8A-89E5-16CD6E46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2C0068-A0AB-F780-2819-3CE56C4B6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793E02-15AC-935A-62C0-41A6E1251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2074E4-0AE7-13F1-CC49-41C9FB5B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715AAC-1486-14F7-07F6-32DF726E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4C9FE-5B40-6901-5225-DF937DB2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54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944D7-56AA-E7CB-17AB-2F6118F4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E687B4-CF86-E281-E276-448ECF962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D1151F-BD23-D7CB-CB73-EEA1BDA7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0B83EC-A713-1F7B-A29F-03FD13CE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94F774-695B-6B6F-04DB-1966F8B9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81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DDA743-5017-D74D-BF5A-92BF53181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6CE51D-184C-C37C-5759-C10F44F90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343851-FF34-5350-8D9E-09C60AAD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561AC0-F8A6-D010-1110-E79C7D39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63D77-9993-DBD1-C0AC-B63D120A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305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B97D2A-592B-6541-80E0-2E9DDBAD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BA6D0E-4B3F-C81B-4CB4-7A5038E9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846A3-DB17-B755-6C65-9A05D7DF4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8BABC-8DCA-420B-AB38-7D7BDCD9FE1E}" type="datetimeFigureOut">
              <a:rPr lang="es-ES" smtClean="0"/>
              <a:t>13/03/2026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81843A-0937-1B23-9CD8-011A363F1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04D13-A44B-E9E7-4851-F0993BFA1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C5FEE-B4AA-4EDF-A368-BACC0DCE9D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52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6ECA1-A682-A4D3-02FF-89CD63337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DFB88-BCA8-AA35-8217-7FCEF0188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9D040A-CBEB-F636-379D-A7C792A89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025" y="280424"/>
            <a:ext cx="4798485" cy="47023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E9D2709-C472-AE89-ACEB-79FC7C5FD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381" y="280424"/>
            <a:ext cx="4696644" cy="45479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A529FB-ADC7-6A1D-6F20-BA3D5A634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0" y="1231821"/>
            <a:ext cx="133368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5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E8E97-CCC1-9678-30EC-0D3B8917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AFB25-4B64-0FF3-42CB-25E53313F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1A6EE7D-EF90-28B2-B883-AF06D985F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179" y="365125"/>
            <a:ext cx="7459326" cy="591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9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F9CA2-43FE-B3D8-44B0-8E83CC4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5FC562-C4E2-3EED-5879-F4C7052BA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016BC5-B8A5-815E-1AB2-8E622B09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97" y="681037"/>
            <a:ext cx="3743847" cy="5449060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325140E3-CB9E-F506-C00E-48F59485B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118" y="1456657"/>
            <a:ext cx="76353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DABE2-B51F-A216-855C-1DE607DE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709C91-26CF-DCEF-F48C-3DE00CCA6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350" y="2158226"/>
            <a:ext cx="10543450" cy="2541547"/>
          </a:xfrm>
        </p:spPr>
      </p:pic>
    </p:spTree>
    <p:extLst>
      <p:ext uri="{BB962C8B-B14F-4D97-AF65-F5344CB8AC3E}">
        <p14:creationId xmlns:p14="http://schemas.microsoft.com/office/powerpoint/2010/main" val="64309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FF71C-2A88-ADE2-C721-0F2395B7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2C64AC1D-A119-4644-FAAC-65A9F8C58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0748" y="1730871"/>
            <a:ext cx="5176872" cy="3396256"/>
          </a:xfr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E627730-C669-3211-A65A-0A526417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07" y="1730871"/>
            <a:ext cx="5176872" cy="34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1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4D288-BC31-DA96-298C-E2520741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71A0755-C2BF-E621-F36D-38678AD97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528" y="1684343"/>
            <a:ext cx="5290335" cy="3780670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55648A-7939-5F53-0F64-E262E36C1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90" y="1684343"/>
            <a:ext cx="6271793" cy="399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16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D8736-A5A8-BEFB-387B-B48A65FB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9CD8381-3080-A142-388E-3D4204C74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6093" y="579102"/>
            <a:ext cx="7939813" cy="5228893"/>
          </a:xfrm>
        </p:spPr>
      </p:pic>
    </p:spTree>
    <p:extLst>
      <p:ext uri="{BB962C8B-B14F-4D97-AF65-F5344CB8AC3E}">
        <p14:creationId xmlns:p14="http://schemas.microsoft.com/office/powerpoint/2010/main" val="63049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D2D5E-2331-7D64-25F4-F0B1E0AB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8BA06BF-5083-4B41-A635-124F46FFE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604" y="4164303"/>
            <a:ext cx="3686689" cy="724001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079A2C8-24FC-D373-82A6-47B9F950C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04" y="508283"/>
            <a:ext cx="6752880" cy="351286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8242EC-0C93-ABC0-F066-1B85EBCCF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4" y="3230919"/>
            <a:ext cx="4548877" cy="338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8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504</Words>
  <Application>Microsoft Office PowerPoint</Application>
  <PresentationFormat>Panorámica</PresentationFormat>
  <Paragraphs>22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ASIR1-21</dc:creator>
  <cp:lastModifiedBy>ASIR1-21</cp:lastModifiedBy>
  <cp:revision>2</cp:revision>
  <dcterms:created xsi:type="dcterms:W3CDTF">2026-03-13T10:42:28Z</dcterms:created>
  <dcterms:modified xsi:type="dcterms:W3CDTF">2026-03-13T12:46:23Z</dcterms:modified>
</cp:coreProperties>
</file>