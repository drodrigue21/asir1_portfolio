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39" autoAdjust="0"/>
  </p:normalViewPr>
  <p:slideViewPr>
    <p:cSldViewPr snapToGrid="0">
      <p:cViewPr>
        <p:scale>
          <a:sx n="66" d="100"/>
          <a:sy n="66" d="100"/>
        </p:scale>
        <p:origin x="-144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F74391-E651-4C29-A9CA-B7C84A07DC0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83E20D-52AD-4D2B-98E4-0F81B8E8849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767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Máquina virtual Windows con una interfaz de red en modo NAT.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0133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Ubuntu Desktop con dos interfaces de red configuradas en NAT.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20375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Ubuntu Server con tres interfaces de red para realizar pruebas de </a:t>
            </a:r>
            <a:r>
              <a:rPr lang="es-ES" dirty="0" err="1"/>
              <a:t>routing</a:t>
            </a:r>
            <a:r>
              <a:rPr lang="es-ES" dirty="0"/>
              <a:t> y bridge.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711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Comprobación de conectividad a internet mediante DHCP.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389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Configuración de red obtenida por DHCP.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581749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Configuración de IP estáticas en Ubuntu Desktop y Ubuntu Server.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5054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Verificación de la nueva configuración de red utilizando comandos de consola en los tres sistemas operativos.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915899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Pings desde Windows. Hay éxito hacia las </a:t>
            </a:r>
            <a:r>
              <a:rPr lang="es-ES" dirty="0" err="1"/>
              <a:t>IPs</a:t>
            </a:r>
            <a:r>
              <a:rPr lang="es-ES" dirty="0"/>
              <a:t> de la red NAT, pero sin éxito hacia las redes estáticas al no existir enrutamiento hacia ellas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4577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Pings desde Ubuntu Desktop a Windows y Ubuntu Server, confirmando la visibilidad en la red NAT y en la red estática 192.168.92.0.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68791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Pings desde Ubuntu Server, verificando conectividad total con el resto de los sistemas a través de sus interfaces compartidas.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83E20D-52AD-4D2B-98E4-0F81B8E8849E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502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A67AF-E6ED-6381-A192-417E35296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73AA90-3F5F-3424-A806-A5B3E7AE0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A69BB5-02D8-350B-7C25-BD4B2C04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D18B07-2651-42B6-F080-4BAF8AA0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5ED22E-FE02-7D65-2411-D8D280EF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62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BD647C-4BB5-8237-D2A7-83860D2D2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64FDEE-5036-0DC4-5C75-F40D774B6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0FFC58-7E99-5D3F-F97B-7F466726E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352301-FAF3-15F8-3A0D-91B81B146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6667F-BC91-C7F1-66A5-32FB3FA5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0892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023C45-BB03-EB0B-D515-131F13E6A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C04B8D-F981-799D-DE8F-DC8B044D5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2AFD40-E610-49F9-63CF-20A1A19FE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6BBB8E-FF50-6C3D-0C18-798749031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31575B-DF62-44A3-F27D-433E7F84C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566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7AFE7-420B-DEED-71E4-3EF5BBE6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4D6AFD-D9BB-E523-7B49-876F2FE008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352183-42B3-95A4-6276-8F1B032AF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C502290-2823-C8D8-C2BC-4AF7A9850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F3E023B-F1CF-31E7-3AE2-D4BE0B534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4E1875-D6E3-9B95-0BCC-A03F9CDC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035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787CF3-D21B-635A-67D6-D2F8F065F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23DFD1-ABAE-6854-8D2D-9A2DDFB85A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8DA128C-47E9-3306-107B-B082EC68CA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8388997-2FBE-B24E-7B5E-9C0FD70911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7E73640-91E9-D0C0-E240-352B6553D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B329AD6-F9BA-E9F5-C301-719F743EA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435DF50-5EF6-40F9-C81F-AFC4AA606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691A6C-631C-DD4F-1D33-575A2CA0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627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5C29FF-BB7F-C07D-C7BF-48A41FD90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619D6A0-092A-846C-2EE6-ACDD885C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AFFF72-0434-9EB9-E9FD-5F666D3C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4E3B1B6-6CF8-79F9-C356-521C22C38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7843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8810D71-1E46-EA23-562C-9EE7624AA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D861E9-1F58-94F1-629C-833DC3ABC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9BB719F-0D57-E7FC-DDA7-BBD24F14B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1544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43DBB0-B3C5-F1E1-3A17-B55A5737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32C4EA-0DF8-EACF-5D86-C6A0C7D1B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EEA35C-B594-8A06-899F-AC76FCE8F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D7DED4-C4F1-0A24-8A80-A4986A4C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311749-72D6-ECBA-4E80-A1EDB3ADC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EB4EA6-7BF8-BE9A-C2D0-4F4A74A66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584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BCF82-F36D-18EE-3EB2-E3153AF3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907EC39-1126-D001-63B8-0965D52B9E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B0B31D-876F-ADC7-4DFE-27424845A1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49EA78-FCE2-B3C8-BAF8-6FD5555E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6DCFBB-8F47-CFFD-0A9B-36627678A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F22B53-B622-CAC0-F1BB-741A6865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3620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B93BF-D806-A37F-28F4-9D771045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A7205C6-8B97-420F-2DC8-770E1B83D6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258CA9-6483-4CD2-023D-512E7428F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0F0300-A9E9-5FBD-6B76-9F49D5C9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6A9AE-5B66-93E9-DA90-337B7064B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701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4EAA2B9-62FB-866D-C04D-84DE915921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6850CF-0089-C0FC-A321-6B443BDEBB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6F77C1-8C1D-7BE8-5089-11E561B47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9B1950-0A52-41CA-3516-04019A725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E5D581-64F9-71E9-5348-6C4FB4907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245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02072C7-3368-5E63-E1DE-328DF2580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2DB1B0-B2BA-58D6-6626-087749D1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402761-7ED1-F062-0D9A-5E798C5003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BFFE0A-29CC-469D-BC29-298F38E29A88}" type="datetimeFigureOut">
              <a:rPr lang="es-ES" smtClean="0"/>
              <a:t>06/03/2026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4CEC5B-47B5-09EC-0101-4016975185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ECB2FD-3BE1-FAFC-F07B-3212E4032A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971A57-0B21-465C-B298-B2BB81FB8C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8738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E62B2-3AB7-B539-B94E-BE2250270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6C512C-1C69-8122-0B4A-4E5ABF2F86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0DA8660-1270-E5FC-3AA1-747631336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065" y="1444626"/>
            <a:ext cx="6332911" cy="32295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A58CA6-B0F6-175A-F418-4637CA1AD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976" y="1444626"/>
            <a:ext cx="5000935" cy="3144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729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2BD3EB-6B63-51C3-F313-30A36CC7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5BEE22-D182-666D-386A-0BE3BB5CA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4FB62B-AB86-ACF0-D293-6E016DF1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5964164" cy="593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945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36358-F7AE-1343-0B52-BD642FA8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B18247-51C3-22B2-569B-5D01579D5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3FBC24B-FD24-94C3-B3EA-FFED9E489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65125"/>
            <a:ext cx="5623493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04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61E97C-D1B1-EFA5-0830-39333AEEB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34B2A6-15EF-5EC8-4275-F7383D31B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7493" y="278282"/>
            <a:ext cx="4984128" cy="3601461"/>
          </a:xfr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2DF2375-B85A-7576-5348-208CA0608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381" y="278282"/>
            <a:ext cx="5481345" cy="36014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11345EB-5E56-587B-0F19-5724DFD3E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93" y="4343207"/>
            <a:ext cx="10515601" cy="52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006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BF694-2C46-83D6-6F4C-4549F565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AEC00C6B-F59C-75B6-43AE-A47BFC7420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53956" y="3084346"/>
            <a:ext cx="5884087" cy="3178760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9B40AD6-AC18-3E42-57E7-60C9301E45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25916"/>
            <a:ext cx="5554565" cy="249583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54A6E7F-5ABB-0EAB-D765-C83B57F8B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501" y="441575"/>
            <a:ext cx="5554565" cy="248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38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926A9C-F304-2D8A-49B9-7CB46B59A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FE3B645B-8BBE-38F1-3615-158FB44A6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44665" y="1690688"/>
            <a:ext cx="5874677" cy="3212605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E2ED76A-22B5-9DB1-33DC-BA27FF241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07" y="1540072"/>
            <a:ext cx="4899916" cy="351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CF21-425F-920D-8897-E5EEB3953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A05327F1-ACF4-A3F4-89F1-DF17048421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0589" y="124326"/>
            <a:ext cx="5410057" cy="3879669"/>
          </a:xfrm>
          <a:prstGeom prst="rect">
            <a:avLst/>
          </a:prstGeom>
        </p:spPr>
      </p:pic>
      <p:pic>
        <p:nvPicPr>
          <p:cNvPr id="5" name="Marcador de contenido 6">
            <a:extLst>
              <a:ext uri="{FF2B5EF4-FFF2-40B4-BE49-F238E27FC236}">
                <a16:creationId xmlns:a16="http://schemas.microsoft.com/office/drawing/2014/main" id="{73327AA2-C220-4F3A-B247-3EF4FA0DB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5661" y="4038732"/>
            <a:ext cx="4671461" cy="2554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81395C9-8A7F-7E84-EEAA-4C06F163AA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98" y="912961"/>
            <a:ext cx="608732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358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FE93B1-7A31-B88C-254F-3F3E8D37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7CDA4AB-0734-CC82-D4FE-B2C06A48D4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38551" y="1027906"/>
            <a:ext cx="4716822" cy="4351338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91829A-6C88-AA5F-A2D6-A84C604C6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0715" y="1027906"/>
            <a:ext cx="44553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5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CB60A-817B-62E3-5753-B89B1763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A182646-C6CD-E78F-E04B-F83240590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56424" y="669925"/>
            <a:ext cx="9329289" cy="5292447"/>
          </a:xfrm>
        </p:spPr>
      </p:pic>
    </p:spTree>
    <p:extLst>
      <p:ext uri="{BB962C8B-B14F-4D97-AF65-F5344CB8AC3E}">
        <p14:creationId xmlns:p14="http://schemas.microsoft.com/office/powerpoint/2010/main" val="101080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8F872-D1D4-2ED0-7398-B623092C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5E64F0-F6DD-477A-391F-9BC101D13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77389F5-0CAE-8669-26C2-636B1562C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47" y="492249"/>
            <a:ext cx="9904296" cy="568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07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A843EA-477F-44F1-9EAE-7BE2DDD3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4B3E3CDD-2CF2-EEE2-9A08-016BCD37B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5789" y="1190172"/>
            <a:ext cx="5482979" cy="4213024"/>
          </a:xfrm>
        </p:spPr>
      </p:pic>
    </p:spTree>
    <p:extLst>
      <p:ext uri="{BB962C8B-B14F-4D97-AF65-F5344CB8AC3E}">
        <p14:creationId xmlns:p14="http://schemas.microsoft.com/office/powerpoint/2010/main" val="35675043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163</Words>
  <Application>Microsoft Office PowerPoint</Application>
  <PresentationFormat>Panorámica</PresentationFormat>
  <Paragraphs>20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ASIR1-21</dc:creator>
  <cp:lastModifiedBy>ASIR1-21</cp:lastModifiedBy>
  <cp:revision>4</cp:revision>
  <dcterms:created xsi:type="dcterms:W3CDTF">2026-03-06T10:55:50Z</dcterms:created>
  <dcterms:modified xsi:type="dcterms:W3CDTF">2026-03-06T13:15:48Z</dcterms:modified>
</cp:coreProperties>
</file>